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C8185F-955A-4C65-87CB-F29614458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C168FC1-F815-403A-ACE5-185FEFC88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A586BD-5645-4940-A042-7693EB4E4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1759EEB-C90F-4000-A8FA-A3229885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B19F92-520D-44AA-9287-465D394C2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9932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6B575-199C-4D23-B8C9-C0E0AE491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9F5FE9-A2AE-4B99-9AD9-79EAE9B16E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6EF004D-EB60-45B6-8F7F-738BA032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457885-5B94-46B0-BEA5-9190F50B7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0892573-D5C1-4567-AC56-F0467E1BB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75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03C45-615F-4EB6-B4F2-5CE53030D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2480E6-A338-4967-9686-65A11D8CBA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9EAF57-1E70-42A6-B808-9C72AE3F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4BA194-3017-491F-9DE8-18347672C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5DE048-3358-4690-8207-6DE6B768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960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FB888E-D970-4675-8C1F-C8408183D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1ECA72-9405-4AE8-AE57-0850FD877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1E30FC5-80DA-4020-B51D-62677F1DD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B89F60-E521-4012-A284-961B89DAA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A2814E-879C-4023-B54F-991CE678E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98120E6-16F5-420C-AE71-74A7155B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123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F4151-D740-45B1-ADC1-058E5ECFD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AD4220-6C3A-41FC-8BCC-FCC209E9C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BB766F-30C7-4B5C-9B49-0C918E701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932B8DE-EC7C-4960-9E17-4B0552EC13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0D7396-FA26-41F5-ABE8-A9F4FC93E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F675E28-964D-4768-B9B1-DDB6880B3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E8E286-348F-4900-8970-87777F6A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BBA8F12-E06E-4BCC-B50C-5BF3CCBEF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581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5C1C0-BE25-4787-93DE-F766A710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5206433-04F6-4760-A359-E9854DF9D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EAC5B95-AE8B-4559-BAB3-9AE728478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98671C2-F361-408B-80FB-4D6B834BE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94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794B71-0885-4AC7-94FA-98E5BB319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4225678-E6E8-48FE-867C-3124DDAD7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40623DB-E919-43AB-A1DA-5400E7469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9625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F1936-DD8B-4213-8048-EC1C2ED7C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BAD867F-D8D6-477F-91DA-A48CB4488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2BFEFB-8DBC-4AFA-944D-58D44B93A1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D368E5E-6130-4C91-A99C-91FFF61F2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5AC9221-2B15-455D-8D7C-17BFFBA13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ACA741-8673-4E58-9FBF-32A87AE17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384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0E3B2-F4AE-4BB2-9BB0-73E2909D3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3BC58C6-5DC4-4829-991A-A3E6A881A1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12CFF61-939A-4A4F-8830-B7A577927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B5DA5F-1A21-4508-9E2F-AD4A69165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9691E6A-429B-4CD2-B2B6-4A25FF52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D6F90-D096-499D-93F8-D7495DF1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230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6168D-D7FD-4005-A180-D1F29CEE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03FBDB-E64F-4F30-94E2-8079E45A2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C5C6A40-16FA-4C23-9AFD-C456D5F7C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5502E2-1152-4AE2-BB88-CBD05A9BF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303D1F-3E93-4490-B5B2-BAFFFD658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662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6A99111-E394-4FE3-98FD-C06A1F48D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E4DAC2D-C230-4E77-8A9E-E95BE1B29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05425C-BCB3-46F9-8929-EE7344B0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2F9D33-844D-4BBC-9482-7FB1B71A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9308D8-E250-4E3A-9119-94E21959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73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B75E7-B191-4C2E-BBD2-132B590B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D1830C-6298-43D0-8259-3E76D80F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942CB-D4C4-474E-BC9F-8D9C36EF9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75C4A-E133-4296-9055-CEC8B7CA6F91}" type="datetimeFigureOut">
              <a:rPr lang="ru-RU" smtClean="0"/>
              <a:t>28.11.2025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7CE40A-BE13-42DD-91DD-CA892CAF5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887F83-40FB-49E1-A275-D3186676D1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28F420-9F3A-43C9-8CFB-3DA7A05544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350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8529D87-CD5B-1A9D-EE5E-0251CDCD03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>
            <a:softEdge rad="0"/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CCB02D-1D19-4139-9A05-A731C11F3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0" y="2748688"/>
            <a:ext cx="5428891" cy="2510287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мобильного приложения для межбиржевого арбитража криптовалют</a:t>
            </a:r>
          </a:p>
        </p:txBody>
      </p:sp>
    </p:spTree>
    <p:extLst>
      <p:ext uri="{BB962C8B-B14F-4D97-AF65-F5344CB8AC3E}">
        <p14:creationId xmlns:p14="http://schemas.microsoft.com/office/powerpoint/2010/main" val="205375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8E0F36-CFF4-4E18-AB17-649CA89065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69" t="18537" r="27635" b="18670"/>
          <a:stretch/>
        </p:blipFill>
        <p:spPr>
          <a:xfrm>
            <a:off x="8177841" y="2616572"/>
            <a:ext cx="3828690" cy="297234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D59442-0939-45F8-B68E-B94F5F9D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4528" y="26834"/>
            <a:ext cx="3452003" cy="194462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C8B47C-EFA9-4A0A-92D5-7ABC460E5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7556" y="2299315"/>
            <a:ext cx="6987396" cy="2238179"/>
          </a:xfrm>
        </p:spPr>
        <p:txBody>
          <a:bodyPr>
            <a:no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Максимизация прибыли пользователя за счет автоматического поиска и исполнения ценовых дисбалансов (спредов) на различных криптовалютных биржах в режиме реального времени.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A673DBF-F227-4201-BBE2-C29C62817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2714"/>
            <a:ext cx="4572000" cy="1219200"/>
          </a:xfrm>
          <a:prstGeom prst="rect">
            <a:avLst/>
          </a:prstGeom>
        </p:spPr>
      </p:pic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F027DEB4-884D-4A0F-8249-F0CE1096D7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91" b="15474"/>
          <a:stretch/>
        </p:blipFill>
        <p:spPr bwMode="auto">
          <a:xfrm>
            <a:off x="0" y="5348378"/>
            <a:ext cx="4002737" cy="1509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F31A2A7-A832-4645-AEF5-27D4135AD97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2474" b="32473"/>
          <a:stretch/>
        </p:blipFill>
        <p:spPr>
          <a:xfrm>
            <a:off x="4375789" y="5199365"/>
            <a:ext cx="3429000" cy="1201977"/>
          </a:xfrm>
          <a:prstGeom prst="rect">
            <a:avLst/>
          </a:prstGeom>
        </p:spPr>
      </p:pic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F51270F5-BD9A-4BBE-835B-68ABFA4E7C6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56" t="32473" r="12232" b="34214"/>
          <a:stretch/>
        </p:blipFill>
        <p:spPr bwMode="auto">
          <a:xfrm>
            <a:off x="4717211" y="362714"/>
            <a:ext cx="3692106" cy="11852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A9A9DD-7D01-4185-B743-C733CFD344E9}"/>
              </a:ext>
            </a:extLst>
          </p:cNvPr>
          <p:cNvSpPr/>
          <p:nvPr/>
        </p:nvSpPr>
        <p:spPr>
          <a:xfrm>
            <a:off x="1173192" y="2227023"/>
            <a:ext cx="7236124" cy="24039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261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378B6BD5-5EE6-4058-8457-D3740EB1B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292337D-8E8E-4FEC-8B19-E3EF310576CC}"/>
              </a:ext>
            </a:extLst>
          </p:cNvPr>
          <p:cNvSpPr/>
          <p:nvPr/>
        </p:nvSpPr>
        <p:spPr>
          <a:xfrm>
            <a:off x="563593" y="1833937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  <a:r>
              <a:rPr lang="ru-R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Приложение должно непрерывно мониторить цены на парах активов, вычислять потенциально прибыльные арбитражные возможности с учетом комиссий и мгновенно помогать в исполнении сделки через API бирж</a:t>
            </a:r>
          </a:p>
          <a:p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Назначение:</a:t>
            </a:r>
            <a:r>
              <a:rPr lang="ru-RU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Предоставить пользователям инструмент для полуавтоматического арбитража, устраняющий задержки и человеческий фактор</a:t>
            </a:r>
          </a:p>
          <a:p>
            <a:br>
              <a:rPr lang="ru-RU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7251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05486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Технологический стек и теоретическая база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838200" y="2282980"/>
            <a:ext cx="480614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Мобильная разработка:</a:t>
            </a:r>
            <a:r>
              <a:rPr lang="ru-RU" dirty="0"/>
              <a:t> </a:t>
            </a:r>
          </a:p>
          <a:p>
            <a:r>
              <a:rPr lang="en-US" dirty="0"/>
              <a:t>Kotlin (Android)</a:t>
            </a:r>
            <a:br>
              <a:rPr lang="en-US" dirty="0"/>
            </a:br>
            <a:r>
              <a:rPr lang="ru-RU" b="1" dirty="0"/>
              <a:t>Сетевой слой:</a:t>
            </a:r>
            <a:r>
              <a:rPr lang="ru-RU" dirty="0"/>
              <a:t> </a:t>
            </a:r>
          </a:p>
          <a:p>
            <a:r>
              <a:rPr lang="en-US" dirty="0"/>
              <a:t>WebSocket, REST</a:t>
            </a:r>
            <a:br>
              <a:rPr lang="en-US" dirty="0"/>
            </a:br>
            <a:r>
              <a:rPr lang="ru-RU" b="1" dirty="0"/>
              <a:t>Хранилище:</a:t>
            </a:r>
            <a:r>
              <a:rPr lang="ru-RU" dirty="0"/>
              <a:t> </a:t>
            </a:r>
            <a:r>
              <a:rPr lang="en-US" dirty="0"/>
              <a:t>Room (SQLite) — </a:t>
            </a:r>
            <a:r>
              <a:rPr lang="ru-RU" dirty="0"/>
              <a:t>связки, настройки, история</a:t>
            </a:r>
            <a:br>
              <a:rPr lang="ru-RU" dirty="0"/>
            </a:b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8327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Ожидаемый результат и заключение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936567" y="2056962"/>
            <a:ext cx="892232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Результат: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Готовое к использованию мобильное приложение с функционалом: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Отображение котировок в реальном времени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персональных портфелей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 пользователя на основе его действий</a:t>
            </a:r>
          </a:p>
          <a:p>
            <a:pPr lvl="1"/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значимость:</a:t>
            </a:r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Быстрые решения: агрегирует котировки/стаканы в реальном времени с 8+ бирж и мгновенно показывает лучшие связки.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Точная прибыль: считает спред в % и USDT с учётом комиссий и ориентировочных расходов на перевод — меньше «ложных» сигналов.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 пропускает возможности: пороговые уведомления и история срабатываний для </a:t>
            </a:r>
            <a:r>
              <a:rPr lang="ru-RU" dirty="0" err="1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краткоживущих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арбитражей.</a:t>
            </a:r>
          </a:p>
          <a:p>
            <a:pPr lvl="1"/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b="1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  <a:r>
              <a:rPr lang="ru-RU" dirty="0">
                <a:solidFill>
                  <a:srgbClr val="0F11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Реализация проекта позволит закрепить теоретические знания МДК 01.03 на практике и создать востребованный продукт на стыке двух современных технологий: мобильной разработки и криптовалюты</a:t>
            </a:r>
            <a:endParaRPr lang="ru-RU" b="0" i="0" dirty="0">
              <a:solidFill>
                <a:srgbClr val="0F1115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29006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222</Words>
  <Application>Microsoft Office PowerPoint</Application>
  <PresentationFormat>Широкоэкранный</PresentationFormat>
  <Paragraphs>23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Тема Office</vt:lpstr>
      <vt:lpstr>Разработка мобильного приложения для межбиржевого арбитража криптовалют</vt:lpstr>
      <vt:lpstr>Цель: Максимизация прибыли пользователя за счет автоматического поиска и исполнения ценовых дисбалансов (спредов) на различных криптовалютных биржах в режиме реального времени.</vt:lpstr>
      <vt:lpstr>Презентация PowerPoint</vt:lpstr>
      <vt:lpstr>Технологический стек и теоретическая база</vt:lpstr>
      <vt:lpstr>Ожидаемый результат и 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мобильного приложения для бирж с встроенным AI</dc:title>
  <dc:creator>Student</dc:creator>
  <cp:lastModifiedBy>Allan Karachev</cp:lastModifiedBy>
  <cp:revision>10</cp:revision>
  <dcterms:created xsi:type="dcterms:W3CDTF">2025-09-04T09:29:07Z</dcterms:created>
  <dcterms:modified xsi:type="dcterms:W3CDTF">2025-11-28T04:00:33Z</dcterms:modified>
</cp:coreProperties>
</file>